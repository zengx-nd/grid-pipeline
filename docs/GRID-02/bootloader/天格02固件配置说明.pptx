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76146-C541-4923-B536-A900056B8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58925D-592B-41BB-B8A4-02B22F3CE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FCB726-0B9C-495D-BC4E-2548BDB3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C417D-61D9-4C20-9BCD-ABF534B8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D387C-4BB9-40A6-B69F-55B4C492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94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F8DD7-6246-4D86-A7CA-ED576FBA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21399-5ED6-4602-B44E-8C10DDFA1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89653-E669-406B-A597-D836D45B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84DA9C-A9EC-42C7-B06A-FCBF6FF4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376B4-C312-48C9-A13B-369FF0BB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6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10345-F76D-4B14-AFED-BCF05D09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B8C349-FC11-4342-9037-F7A5241B2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A07AD-7A13-4527-A407-EA1CF31F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F7267-4ADF-4B1D-8E1F-EED11FA6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25071-79CC-4A36-8F44-570C96B6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09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2861-92ED-4A66-968B-6C1BA72C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20DAB-9A6B-47ED-A9B4-621F2D897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DEF2DF-841D-4164-9E33-D49B09355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C27F31-2283-4C4C-A81E-6518B9BB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4CA6AC-E911-4726-B407-5095DE88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AA5B21-9EDA-411F-A922-7F181442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04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A0521-2171-4DEA-A8DF-0B91D4DE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53A12-8DC7-4A1D-AF73-B83762995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DF262E-A9FD-4EFF-BB17-00AB9F71C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A7288A-79FF-4357-87BE-96C933109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D41176-C4DB-457D-8905-5A3787E24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A89C68-BF35-401C-A7EC-9BE1909C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652B39-5E45-43E5-B534-C755A8B1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8F7782-C9C2-4342-A73A-48CDC99E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3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327A6-9032-46EA-9D63-9837CEB8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3CD192-8CC8-4F1B-925B-0ECD005F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4AAE74-2638-4C59-8977-3150F7D2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31720-815C-415D-B484-8CA396A6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85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1B588D-E8FB-46B4-9AB8-BDE6905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0137CC-89B6-45EA-80B1-0DBF3663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61FFDA-8940-493F-B336-0B22DE28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0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46FB1-2FF5-419E-A06A-A16297B3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31A0DE-183B-4BC6-AE32-9E4370F41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3567F5-F9F8-4DEF-B92F-8E37A682B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8BD4B-7B9D-4101-97C4-566CE685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558124-DCC7-4F26-B703-45CFFD6E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5FE31-C4DD-439F-8AAF-C3F1C70E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42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8303C-AABE-4145-893B-E7A3FA44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EBD8C7-313C-4D22-BA06-C265A7C10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5B1AAF-4BE4-4D5C-BF9F-5DF81E9A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B7A8D-6DE4-494D-A338-7326A4D3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222F6C-8C8B-482C-BF97-096F747F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C96A37-309E-46EA-90F9-31A14DB9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7EEFB-630C-405B-B0F7-A4F48696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F8A349-722D-4F85-AE2F-06A50E814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47C8B-A504-4A23-8860-9A17DD62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C5313-40F4-450C-81A6-054861E5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444153-20DD-45AF-B579-6524E10F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3E8C74-5366-471C-AC07-295163EDA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0A3A76-8E32-4E61-90A1-365665617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55BA06-C497-4FDC-A2DB-ACAB3C27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4600AB-E08A-4D85-8AF2-9B2F7C5C5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66526-09CD-49BA-A193-D8C2B5AC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82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2768C8-4449-4947-B6B9-92D0D260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A3C388-6C70-4644-83F4-FD1C36FB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773762-325C-4352-8770-FE4936D8B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B8453-2E5C-4AB4-9DA0-524514908359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A0559-2393-4108-9162-D2D8C5CA3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72CC97-87DE-45F6-9ACC-B714F255C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36FD-E935-477F-8434-5434D34BE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68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D53B7FE-A51B-47CD-B841-CA34C6B9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188C21-7D53-40B8-B9E8-3575DA00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本文档用于说明天格</a:t>
            </a:r>
            <a:r>
              <a:rPr lang="en-US" altLang="zh-CN" dirty="0"/>
              <a:t>02</a:t>
            </a:r>
            <a:r>
              <a:rPr lang="zh-CN" altLang="en-US" dirty="0"/>
              <a:t>固件的配置方式，包括</a:t>
            </a:r>
            <a:r>
              <a:rPr lang="en-US" altLang="zh-CN" dirty="0" err="1"/>
              <a:t>keil</a:t>
            </a:r>
            <a:r>
              <a:rPr lang="zh-CN" altLang="en-US" dirty="0"/>
              <a:t>设置，代码内的</a:t>
            </a:r>
            <a:r>
              <a:rPr lang="en-US" altLang="zh-CN" dirty="0"/>
              <a:t>C</a:t>
            </a:r>
            <a:r>
              <a:rPr lang="zh-CN" altLang="en-US" dirty="0"/>
              <a:t>语言、宏及汇编语言配置，调试配置等</a:t>
            </a:r>
            <a:endParaRPr lang="en-US" altLang="zh-CN" dirty="0"/>
          </a:p>
          <a:p>
            <a:r>
              <a:rPr lang="zh-CN" altLang="en-US" dirty="0"/>
              <a:t>本文档适用于天格</a:t>
            </a:r>
            <a:r>
              <a:rPr lang="en-US" altLang="zh-CN" dirty="0"/>
              <a:t>02</a:t>
            </a:r>
            <a:r>
              <a:rPr lang="zh-CN" altLang="en-US" dirty="0"/>
              <a:t>及后续版本固件，版本号</a:t>
            </a:r>
            <a:r>
              <a:rPr lang="en-US" altLang="zh-CN" dirty="0"/>
              <a:t>16</a:t>
            </a:r>
          </a:p>
          <a:p>
            <a:r>
              <a:rPr lang="zh-CN" altLang="en-US" dirty="0"/>
              <a:t>注意：部分配置需要重新编译</a:t>
            </a:r>
            <a:r>
              <a:rPr lang="en-US" altLang="zh-CN" dirty="0"/>
              <a:t>rebuild</a:t>
            </a:r>
            <a:r>
              <a:rPr lang="zh-CN" altLang="en-US" dirty="0"/>
              <a:t>才能生效</a:t>
            </a:r>
            <a:endParaRPr lang="en-US" altLang="zh-CN" dirty="0"/>
          </a:p>
          <a:p>
            <a:r>
              <a:rPr lang="zh-CN" altLang="en-US" dirty="0"/>
              <a:t>注意：部分配置错误可能导致</a:t>
            </a:r>
            <a:r>
              <a:rPr lang="en-US" altLang="zh-CN" dirty="0"/>
              <a:t>MCU</a:t>
            </a:r>
            <a:r>
              <a:rPr lang="zh-CN" altLang="en-US" dirty="0"/>
              <a:t>锁死，或</a:t>
            </a:r>
            <a:r>
              <a:rPr lang="en-US" altLang="zh-CN" dirty="0"/>
              <a:t>bootloader</a:t>
            </a:r>
            <a:r>
              <a:rPr lang="zh-CN" altLang="en-US" dirty="0"/>
              <a:t>损坏。烧写接口封死后请小心使用</a:t>
            </a:r>
            <a:endParaRPr lang="en-US" altLang="zh-CN" dirty="0"/>
          </a:p>
          <a:p>
            <a:r>
              <a:rPr lang="zh-CN" altLang="en-US" dirty="0"/>
              <a:t>注意：部分配置错误可能导致无法编译通过、无法调试、代码无法运行等情况</a:t>
            </a:r>
          </a:p>
        </p:txBody>
      </p:sp>
    </p:spTree>
    <p:extLst>
      <p:ext uri="{BB962C8B-B14F-4D97-AF65-F5344CB8AC3E}">
        <p14:creationId xmlns:p14="http://schemas.microsoft.com/office/powerpoint/2010/main" val="269155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F5D08-13BB-49E4-AEA2-EF7CDC76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F0618-0225-4268-8810-C6535D09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可配置项清单及常用配置内容</a:t>
            </a:r>
            <a:endParaRPr lang="en-US" altLang="zh-CN" dirty="0"/>
          </a:p>
          <a:p>
            <a:r>
              <a:rPr lang="zh-CN" altLang="en-US" dirty="0"/>
              <a:t>常见使用场景下的配置组合</a:t>
            </a:r>
          </a:p>
        </p:txBody>
      </p:sp>
    </p:spTree>
    <p:extLst>
      <p:ext uri="{BB962C8B-B14F-4D97-AF65-F5344CB8AC3E}">
        <p14:creationId xmlns:p14="http://schemas.microsoft.com/office/powerpoint/2010/main" val="167104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1E20B-D07D-48E1-83B6-EAFBAB84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en-US" altLang="zh-CN" dirty="0" err="1"/>
              <a:t>keil</a:t>
            </a:r>
            <a:r>
              <a:rPr lang="zh-CN" altLang="en-US" dirty="0"/>
              <a:t>用户指令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6F45D-1C8B-4E08-B296-BC53F9471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</a:t>
            </a:r>
            <a:r>
              <a:rPr lang="en-US" altLang="zh-CN" sz="1800" dirty="0" err="1"/>
              <a:t>keil</a:t>
            </a:r>
            <a:r>
              <a:rPr lang="zh-CN" altLang="en-US" sz="1800" dirty="0"/>
              <a:t>编译生成</a:t>
            </a:r>
            <a:r>
              <a:rPr lang="en-US" altLang="zh-CN" sz="1800" dirty="0"/>
              <a:t>bin</a:t>
            </a:r>
            <a:r>
              <a:rPr lang="zh-CN" altLang="en-US" sz="1800" dirty="0"/>
              <a:t>文件、</a:t>
            </a:r>
            <a:r>
              <a:rPr lang="en-US" altLang="zh-CN" sz="1800" dirty="0" err="1"/>
              <a:t>axf</a:t>
            </a:r>
            <a:r>
              <a:rPr lang="zh-CN" altLang="en-US" sz="1800" dirty="0"/>
              <a:t>文件</a:t>
            </a:r>
            <a:endParaRPr lang="en-US" altLang="zh-CN" sz="1800" dirty="0"/>
          </a:p>
          <a:p>
            <a:r>
              <a:rPr lang="en-US" altLang="zh-CN" sz="1800" dirty="0"/>
              <a:t>bin</a:t>
            </a:r>
            <a:r>
              <a:rPr lang="zh-CN" altLang="en-US" sz="1800" dirty="0"/>
              <a:t>文件用于</a:t>
            </a:r>
            <a:r>
              <a:rPr lang="en-US" altLang="zh-CN" sz="1800" dirty="0"/>
              <a:t>bootloader</a:t>
            </a:r>
            <a:r>
              <a:rPr lang="zh-CN" altLang="en-US" sz="1800" dirty="0"/>
              <a:t>更新，</a:t>
            </a:r>
            <a:r>
              <a:rPr lang="en-US" altLang="zh-CN" sz="1800" dirty="0" err="1"/>
              <a:t>axf</a:t>
            </a:r>
            <a:r>
              <a:rPr lang="zh-CN" altLang="en-US" sz="1800" dirty="0"/>
              <a:t>文件功能未知</a:t>
            </a:r>
            <a:endParaRPr lang="en-US" altLang="zh-CN" sz="1800" dirty="0"/>
          </a:p>
          <a:p>
            <a:r>
              <a:rPr lang="zh-CN" altLang="en-US" sz="1800" dirty="0"/>
              <a:t>需要根据</a:t>
            </a:r>
            <a:r>
              <a:rPr lang="en-US" altLang="zh-CN" sz="1800" dirty="0" err="1"/>
              <a:t>keil</a:t>
            </a:r>
            <a:r>
              <a:rPr lang="zh-CN" altLang="en-US" sz="1800" dirty="0"/>
              <a:t>安装目录修改路径</a:t>
            </a:r>
            <a:endParaRPr lang="en-US" altLang="zh-CN" sz="1800" dirty="0"/>
          </a:p>
          <a:p>
            <a:r>
              <a:rPr lang="zh-CN" altLang="en-US" sz="1800" dirty="0"/>
              <a:t>若此处错误则可能无法编译、调试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A56A25-0625-41FC-9797-38DD70EE2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979" y="2438368"/>
            <a:ext cx="6277021" cy="441963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7CD7CAF-E092-40BC-85CD-A0A1940D00D3}"/>
              </a:ext>
            </a:extLst>
          </p:cNvPr>
          <p:cNvCxnSpPr>
            <a:cxnSpLocks/>
          </p:cNvCxnSpPr>
          <p:nvPr/>
        </p:nvCxnSpPr>
        <p:spPr>
          <a:xfrm>
            <a:off x="7419234" y="4473442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04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43D66-C28D-419B-80D4-A855DF6D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en-US" altLang="zh-CN" dirty="0" err="1"/>
              <a:t>keil</a:t>
            </a:r>
            <a:r>
              <a:rPr lang="zh-CN" altLang="en-US" dirty="0"/>
              <a:t>链接器配置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AE0508-4DEE-45C2-9C34-310EE63D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设置</a:t>
            </a:r>
            <a:r>
              <a:rPr lang="en-US" altLang="zh-CN" sz="1800" dirty="0"/>
              <a:t>R/O (read only)</a:t>
            </a:r>
            <a:r>
              <a:rPr lang="zh-CN" altLang="en-US" sz="1800" dirty="0"/>
              <a:t>起始段</a:t>
            </a:r>
            <a:endParaRPr lang="en-US" altLang="zh-CN" sz="1800" dirty="0"/>
          </a:p>
          <a:p>
            <a:r>
              <a:rPr lang="zh-CN" altLang="en-US" sz="1800" dirty="0"/>
              <a:t>用于保护</a:t>
            </a:r>
            <a:r>
              <a:rPr lang="en-US" altLang="zh-CN" sz="1800" dirty="0"/>
              <a:t>bootloader</a:t>
            </a:r>
            <a:r>
              <a:rPr lang="zh-CN" altLang="en-US" sz="1800" dirty="0"/>
              <a:t>代码</a:t>
            </a:r>
            <a:endParaRPr lang="en-US" altLang="zh-CN" sz="1800" dirty="0"/>
          </a:p>
          <a:p>
            <a:r>
              <a:rPr lang="zh-CN" altLang="en-US" sz="1800" dirty="0"/>
              <a:t>常见值：</a:t>
            </a:r>
            <a:endParaRPr lang="en-US" altLang="zh-CN" sz="1800" dirty="0"/>
          </a:p>
          <a:p>
            <a:pPr lvl="1"/>
            <a:r>
              <a:rPr lang="en-US" altLang="zh-CN" sz="1600" dirty="0"/>
              <a:t>0x0000 0000</a:t>
            </a:r>
            <a:r>
              <a:rPr lang="zh-CN" altLang="en-US" sz="1600" dirty="0"/>
              <a:t>：无</a:t>
            </a:r>
            <a:r>
              <a:rPr lang="en-US" altLang="zh-CN" sz="1600" dirty="0"/>
              <a:t>bootloader</a:t>
            </a:r>
          </a:p>
          <a:p>
            <a:pPr lvl="1"/>
            <a:r>
              <a:rPr lang="en-US" altLang="zh-CN" sz="1600" dirty="0"/>
              <a:t>0x0000 2000</a:t>
            </a:r>
            <a:r>
              <a:rPr lang="zh-CN" altLang="en-US" sz="1600" dirty="0"/>
              <a:t>：有</a:t>
            </a:r>
            <a:r>
              <a:rPr lang="en-US" altLang="zh-CN" sz="1600" dirty="0"/>
              <a:t>bootloader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593674-55CB-49B1-BFE8-D31748A20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32" y="2447893"/>
            <a:ext cx="5915068" cy="4410107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7C198C2-2E6F-42F0-9488-606625407CB3}"/>
              </a:ext>
            </a:extLst>
          </p:cNvPr>
          <p:cNvCxnSpPr>
            <a:cxnSpLocks/>
          </p:cNvCxnSpPr>
          <p:nvPr/>
        </p:nvCxnSpPr>
        <p:spPr>
          <a:xfrm>
            <a:off x="10047450" y="3077203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5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49BF1-A560-43F6-8F36-D7D33A9C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en-US" altLang="zh-CN" dirty="0" err="1"/>
              <a:t>keil</a:t>
            </a:r>
            <a:r>
              <a:rPr lang="zh-CN" altLang="en-US" dirty="0"/>
              <a:t>调试器配置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21894-E1BD-49DB-ABB1-0FF8B2D4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配置使用何种调试器，根据实际情况修改即可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120A71-6BB3-4822-8EA8-21F0E41F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57" y="2457418"/>
            <a:ext cx="5943643" cy="4400582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A1B5909-42C2-42F3-8BC3-0800711D7F2F}"/>
              </a:ext>
            </a:extLst>
          </p:cNvPr>
          <p:cNvCxnSpPr>
            <a:cxnSpLocks/>
          </p:cNvCxnSpPr>
          <p:nvPr/>
        </p:nvCxnSpPr>
        <p:spPr>
          <a:xfrm>
            <a:off x="9395871" y="2901989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23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A8D2-D579-46F5-8F38-D67ABBEE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zh-CN" altLang="en-US" dirty="0"/>
              <a:t>调试器配置子项</a:t>
            </a:r>
            <a:r>
              <a:rPr lang="en-US" altLang="zh-CN" dirty="0"/>
              <a:t> - </a:t>
            </a:r>
            <a:r>
              <a:rPr lang="zh-CN" altLang="en-US" dirty="0"/>
              <a:t>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3BA9C3-4113-42AE-A518-85280EE70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注意：此界面格式与使用的烧写器类型有关</a:t>
            </a:r>
            <a:endParaRPr lang="en-US" altLang="zh-CN" sz="1800" dirty="0"/>
          </a:p>
          <a:p>
            <a:r>
              <a:rPr lang="zh-CN" altLang="en-US" sz="1800" dirty="0"/>
              <a:t>选择</a:t>
            </a:r>
            <a:r>
              <a:rPr lang="en-US" altLang="zh-CN" sz="1800" dirty="0"/>
              <a:t>SW</a:t>
            </a:r>
            <a:r>
              <a:rPr lang="zh-CN" altLang="en-US" sz="1800" dirty="0"/>
              <a:t>接口，频率一般不高于</a:t>
            </a:r>
            <a:r>
              <a:rPr lang="en-US" altLang="zh-CN" sz="1800" dirty="0"/>
              <a:t>5 MHz</a:t>
            </a:r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2BFB3-03D3-42FB-A330-934E3CBD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07" y="3152748"/>
            <a:ext cx="5886493" cy="3705252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D4CE205-6EF4-4202-872D-B03AD89B5E1D}"/>
              </a:ext>
            </a:extLst>
          </p:cNvPr>
          <p:cNvCxnSpPr>
            <a:cxnSpLocks/>
          </p:cNvCxnSpPr>
          <p:nvPr/>
        </p:nvCxnSpPr>
        <p:spPr>
          <a:xfrm>
            <a:off x="7052379" y="4555574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2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84243-D417-486A-898B-FCE6D4C6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zh-CN" altLang="en-US" dirty="0"/>
              <a:t>调试器配置子项</a:t>
            </a:r>
            <a:r>
              <a:rPr lang="en-US" altLang="zh-CN" dirty="0"/>
              <a:t> - </a:t>
            </a:r>
            <a:r>
              <a:rPr lang="zh-CN" altLang="en-US" dirty="0"/>
              <a:t>烧写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2543B-C403-47D1-9685-078F68B2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配置下载方式及操作</a:t>
            </a:r>
            <a:endParaRPr lang="en-US" altLang="zh-CN" sz="1800" dirty="0"/>
          </a:p>
          <a:p>
            <a:r>
              <a:rPr lang="zh-CN" altLang="en-US" sz="1800" dirty="0"/>
              <a:t>注意：</a:t>
            </a:r>
            <a:r>
              <a:rPr lang="en-US" altLang="zh-CN" sz="1800" dirty="0"/>
              <a:t>flash</a:t>
            </a:r>
            <a:r>
              <a:rPr lang="zh-CN" altLang="en-US" sz="1800" dirty="0"/>
              <a:t>的原理决定，其必须先擦除</a:t>
            </a:r>
            <a:r>
              <a:rPr lang="en-US" altLang="zh-CN" sz="1800" dirty="0"/>
              <a:t>erase</a:t>
            </a:r>
            <a:r>
              <a:rPr lang="zh-CN" altLang="en-US" sz="1800" dirty="0"/>
              <a:t>再烧写</a:t>
            </a:r>
            <a:r>
              <a:rPr lang="en-US" altLang="zh-CN" sz="1800" dirty="0"/>
              <a:t>program</a:t>
            </a:r>
          </a:p>
          <a:p>
            <a:r>
              <a:rPr lang="zh-CN" altLang="en-US" sz="1800" dirty="0"/>
              <a:t>左侧单选擦除操作类型</a:t>
            </a:r>
            <a:endParaRPr lang="en-US" altLang="zh-CN" sz="1800" dirty="0"/>
          </a:p>
          <a:p>
            <a:pPr lvl="1"/>
            <a:r>
              <a:rPr lang="en-US" altLang="zh-CN" sz="1600" dirty="0"/>
              <a:t>1.</a:t>
            </a:r>
            <a:r>
              <a:rPr lang="zh-CN" altLang="en-US" sz="1600" dirty="0"/>
              <a:t>擦除全片，原先存储的程序（包括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）都会被擦除</a:t>
            </a:r>
            <a:endParaRPr lang="en-US" altLang="zh-CN" sz="1600" dirty="0"/>
          </a:p>
          <a:p>
            <a:pPr lvl="1"/>
            <a:r>
              <a:rPr lang="en-US" altLang="zh-CN" sz="1600" dirty="0"/>
              <a:t>2.</a:t>
            </a:r>
            <a:r>
              <a:rPr lang="zh-CN" altLang="en-US" sz="1600" dirty="0"/>
              <a:t>部分擦除，仅擦除使用到的地址段，其他部分保留原状</a:t>
            </a:r>
            <a:endParaRPr lang="en-US" altLang="zh-CN" sz="1600" dirty="0"/>
          </a:p>
          <a:p>
            <a:pPr lvl="1"/>
            <a:r>
              <a:rPr lang="en-US" altLang="zh-CN" sz="1600" dirty="0"/>
              <a:t>3.</a:t>
            </a:r>
            <a:r>
              <a:rPr lang="zh-CN" altLang="en-US" sz="1600" dirty="0"/>
              <a:t>不擦除。此时若试图向已烧写过的地址段重复烧写，可能报错</a:t>
            </a:r>
            <a:endParaRPr lang="en-US" altLang="zh-CN" sz="1600" dirty="0"/>
          </a:p>
          <a:p>
            <a:r>
              <a:rPr lang="zh-CN" altLang="en-US" sz="1800" dirty="0"/>
              <a:t>右侧多选具体操作</a:t>
            </a:r>
            <a:endParaRPr lang="en-US" altLang="zh-CN" sz="1800" dirty="0"/>
          </a:p>
          <a:p>
            <a:pPr lvl="1"/>
            <a:r>
              <a:rPr lang="en-US" altLang="zh-CN" sz="1600" dirty="0"/>
              <a:t>1.</a:t>
            </a:r>
            <a:r>
              <a:rPr lang="zh-CN" altLang="en-US" sz="1600" dirty="0"/>
              <a:t>烧写，必选</a:t>
            </a:r>
            <a:endParaRPr lang="en-US" altLang="zh-CN" sz="1600" dirty="0"/>
          </a:p>
          <a:p>
            <a:pPr lvl="1"/>
            <a:r>
              <a:rPr lang="en-US" altLang="zh-CN" sz="1600" dirty="0"/>
              <a:t>2.</a:t>
            </a:r>
            <a:r>
              <a:rPr lang="zh-CN" altLang="en-US" sz="1600" dirty="0"/>
              <a:t>校验，可选。</a:t>
            </a:r>
            <a:r>
              <a:rPr lang="en-US" altLang="zh-CN" sz="1600" dirty="0" err="1"/>
              <a:t>Jlink</a:t>
            </a:r>
            <a:r>
              <a:rPr lang="zh-CN" altLang="en-US" sz="1600" dirty="0"/>
              <a:t>烧写器勾选校验可能报错导致无法调试</a:t>
            </a:r>
            <a:endParaRPr lang="en-US" altLang="zh-CN" sz="1600" dirty="0"/>
          </a:p>
          <a:p>
            <a:pPr lvl="1"/>
            <a:r>
              <a:rPr lang="en-US" altLang="zh-CN" sz="1600" dirty="0"/>
              <a:t>3.</a:t>
            </a:r>
            <a:r>
              <a:rPr lang="zh-CN" altLang="en-US" sz="1600" dirty="0"/>
              <a:t>重启并执行代码，可选。若不选则需要手动复位</a:t>
            </a:r>
            <a:r>
              <a:rPr lang="en-US" altLang="zh-CN" sz="1600" dirty="0"/>
              <a:t>MCU</a:t>
            </a:r>
            <a:r>
              <a:rPr lang="zh-CN" altLang="en-US" sz="1600" dirty="0"/>
              <a:t>以执行新代码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7FC98E-22EE-4A4B-8543-8893B5D35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492" y="4035406"/>
            <a:ext cx="4471507" cy="282259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7E1497B-B9D2-4B27-B61D-11172218375A}"/>
              </a:ext>
            </a:extLst>
          </p:cNvPr>
          <p:cNvCxnSpPr>
            <a:cxnSpLocks/>
          </p:cNvCxnSpPr>
          <p:nvPr/>
        </p:nvCxnSpPr>
        <p:spPr>
          <a:xfrm>
            <a:off x="8032484" y="4501859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C1C323A-7AE2-4A86-8417-D5CA5E94C443}"/>
              </a:ext>
            </a:extLst>
          </p:cNvPr>
          <p:cNvCxnSpPr>
            <a:cxnSpLocks/>
          </p:cNvCxnSpPr>
          <p:nvPr/>
        </p:nvCxnSpPr>
        <p:spPr>
          <a:xfrm>
            <a:off x="8727756" y="4501859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8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64E66-A2BD-4241-8A20-6AE6DD3B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可配置项清单</a:t>
            </a:r>
            <a:r>
              <a:rPr lang="en-US" altLang="zh-CN"/>
              <a:t> - </a:t>
            </a:r>
            <a:r>
              <a:rPr lang="zh-CN" altLang="en-US"/>
              <a:t>代码配置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16D4C-24B1-4BEE-AB69-85E4CE04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配置天格固件版本号</a:t>
            </a:r>
            <a:endParaRPr lang="en-US" altLang="zh-CN" sz="1800" dirty="0"/>
          </a:p>
          <a:p>
            <a:r>
              <a:rPr lang="zh-CN" altLang="en-US" sz="1800" dirty="0"/>
              <a:t>测试</a:t>
            </a:r>
            <a:r>
              <a:rPr lang="en-US" altLang="zh-CN" sz="1800" dirty="0"/>
              <a:t>bootloader</a:t>
            </a:r>
            <a:r>
              <a:rPr lang="zh-CN" altLang="en-US" sz="1800" dirty="0"/>
              <a:t>时可能用到</a:t>
            </a:r>
            <a:endParaRPr lang="en-US" altLang="zh-CN" sz="1800" dirty="0"/>
          </a:p>
          <a:p>
            <a:pPr lvl="1"/>
            <a:r>
              <a:rPr lang="zh-CN" altLang="en-US" sz="1600" dirty="0"/>
              <a:t>编译两个</a:t>
            </a:r>
            <a:r>
              <a:rPr lang="en-US" altLang="zh-CN" sz="1600" dirty="0"/>
              <a:t>bin</a:t>
            </a:r>
            <a:r>
              <a:rPr lang="zh-CN" altLang="en-US" sz="1600" dirty="0"/>
              <a:t>文件，仅此版本号不同，重复测试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并读取版本号，确认更新成功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FAE95D-141E-4501-9AA9-55BD538D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20" y="3024184"/>
            <a:ext cx="4810160" cy="80963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69EDDA7-85ED-414E-BF1A-002D00129E09}"/>
              </a:ext>
            </a:extLst>
          </p:cNvPr>
          <p:cNvCxnSpPr>
            <a:cxnSpLocks/>
          </p:cNvCxnSpPr>
          <p:nvPr/>
        </p:nvCxnSpPr>
        <p:spPr>
          <a:xfrm>
            <a:off x="7446611" y="3214090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1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可配置项清单</a:t>
            </a:r>
            <a:r>
              <a:rPr lang="en-US" altLang="zh-CN" dirty="0"/>
              <a:t> - </a:t>
            </a:r>
            <a:r>
              <a:rPr lang="zh-CN" altLang="en-US" dirty="0"/>
              <a:t>代码配置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</a:t>
            </a:r>
            <a:r>
              <a:rPr lang="en-US" altLang="zh-CN" sz="1800" dirty="0"/>
              <a:t>UART</a:t>
            </a:r>
            <a:r>
              <a:rPr lang="zh-CN" altLang="en-US" sz="1800" dirty="0"/>
              <a:t>打印开关</a:t>
            </a:r>
            <a:endParaRPr lang="en-US" altLang="zh-CN" sz="1800" dirty="0"/>
          </a:p>
          <a:p>
            <a:pPr lvl="1"/>
            <a:r>
              <a:rPr lang="en-US" altLang="zh-CN" sz="1600" dirty="0"/>
              <a:t>DEF_ENABLED</a:t>
            </a:r>
            <a:r>
              <a:rPr lang="zh-CN" altLang="en-US" sz="1600" dirty="0"/>
              <a:t>：开启</a:t>
            </a:r>
            <a:r>
              <a:rPr lang="en-US" altLang="zh-CN" sz="1600" dirty="0"/>
              <a:t>UART</a:t>
            </a:r>
            <a:r>
              <a:rPr lang="zh-CN" altLang="en-US" sz="1600" dirty="0"/>
              <a:t>初始化、数据不保存到</a:t>
            </a:r>
            <a:r>
              <a:rPr lang="en-US" altLang="zh-CN" sz="1600" dirty="0"/>
              <a:t>eMMC</a:t>
            </a:r>
            <a:r>
              <a:rPr lang="zh-CN" altLang="en-US" sz="1600" dirty="0"/>
              <a:t>而是直接从串口输出。仅用于交付前各项测试</a:t>
            </a:r>
            <a:endParaRPr lang="en-US" altLang="zh-CN" sz="1600" dirty="0"/>
          </a:p>
          <a:p>
            <a:pPr lvl="1"/>
            <a:r>
              <a:rPr lang="en-US" altLang="zh-CN" sz="1600" dirty="0"/>
              <a:t>DEF_DISABLED</a:t>
            </a:r>
            <a:r>
              <a:rPr lang="zh-CN" altLang="en-US" sz="1600" dirty="0"/>
              <a:t>：不开启</a:t>
            </a:r>
            <a:r>
              <a:rPr lang="en-US" altLang="zh-CN" sz="1600" dirty="0"/>
              <a:t>UART</a:t>
            </a:r>
            <a:r>
              <a:rPr lang="zh-CN" altLang="en-US" sz="1600" dirty="0"/>
              <a:t>，数据保存到</a:t>
            </a:r>
            <a:r>
              <a:rPr lang="en-US" altLang="zh-CN" sz="1600" dirty="0"/>
              <a:t>eMMC</a:t>
            </a:r>
            <a:r>
              <a:rPr lang="zh-CN" altLang="en-US" sz="1600" dirty="0"/>
              <a:t>，再从</a:t>
            </a:r>
            <a:r>
              <a:rPr lang="en-US" altLang="zh-CN" sz="1600" dirty="0"/>
              <a:t>SPI</a:t>
            </a:r>
            <a:r>
              <a:rPr lang="zh-CN" altLang="en-US" sz="1600" dirty="0"/>
              <a:t>接口输出。用于交付期间及之后测试，及在轨使用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360D0D-CC4F-4BA5-81B9-3E0E283EE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165" y="2833683"/>
            <a:ext cx="6143670" cy="119063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C797A8E-E059-4272-A82F-28C878A0B40D}"/>
              </a:ext>
            </a:extLst>
          </p:cNvPr>
          <p:cNvCxnSpPr>
            <a:cxnSpLocks/>
          </p:cNvCxnSpPr>
          <p:nvPr/>
        </p:nvCxnSpPr>
        <p:spPr>
          <a:xfrm>
            <a:off x="7501366" y="3294851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57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可配置项清单</a:t>
            </a:r>
            <a:r>
              <a:rPr lang="en-US" altLang="zh-CN"/>
              <a:t> - </a:t>
            </a:r>
            <a:r>
              <a:rPr lang="zh-CN" altLang="en-US"/>
              <a:t>代码配置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配置时钟源</a:t>
            </a:r>
            <a:endParaRPr lang="en-US" altLang="zh-CN" sz="1800" dirty="0"/>
          </a:p>
          <a:p>
            <a:pPr lvl="1"/>
            <a:r>
              <a:rPr lang="en-US" altLang="zh-CN" sz="1600" dirty="0" err="1"/>
              <a:t>Internal_Reference_Clock</a:t>
            </a:r>
            <a:r>
              <a:rPr lang="zh-CN" altLang="en-US" sz="1600" dirty="0"/>
              <a:t>：内部时钟源，主频</a:t>
            </a:r>
            <a:r>
              <a:rPr lang="en-US" altLang="zh-CN" sz="1600" dirty="0"/>
              <a:t>48 MHz</a:t>
            </a:r>
            <a:r>
              <a:rPr lang="zh-CN" altLang="en-US" sz="1600" dirty="0"/>
              <a:t>，仅用于交付前各项测试，如标定期间</a:t>
            </a:r>
            <a:endParaRPr lang="en-US" altLang="zh-CN" sz="1600" dirty="0"/>
          </a:p>
          <a:p>
            <a:pPr lvl="1"/>
            <a:r>
              <a:rPr lang="en-US" altLang="zh-CN" sz="1600" dirty="0" err="1"/>
              <a:t>External_Reference_Clock</a:t>
            </a:r>
            <a:r>
              <a:rPr lang="zh-CN" altLang="en-US" sz="1600" dirty="0"/>
              <a:t>：外部时钟源，主频</a:t>
            </a:r>
            <a:r>
              <a:rPr lang="en-US" altLang="zh-CN" sz="1600" dirty="0"/>
              <a:t>40 MHz</a:t>
            </a:r>
            <a:r>
              <a:rPr lang="zh-CN" altLang="en-US" sz="1600" dirty="0"/>
              <a:t>，用于交付期间及之后测试，及在轨使用</a:t>
            </a:r>
            <a:endParaRPr lang="en-US" altLang="zh-CN" sz="1600" dirty="0"/>
          </a:p>
          <a:p>
            <a:r>
              <a:rPr lang="zh-CN" altLang="en-US" sz="1800" dirty="0"/>
              <a:t>注意：所有内部时钟频率计算，或波特率等相关设置，已经通过宏设置好，不需要手动修改其他内容。详见</a:t>
            </a:r>
            <a:r>
              <a:rPr lang="en-US" altLang="zh-CN" sz="1800" dirty="0" err="1"/>
              <a:t>bsp.h</a:t>
            </a:r>
            <a:r>
              <a:rPr lang="zh-CN" altLang="en-US" sz="1800" dirty="0"/>
              <a:t>的</a:t>
            </a:r>
            <a:r>
              <a:rPr lang="en-US" altLang="zh-CN" sz="1800" dirty="0"/>
              <a:t>MACROS</a:t>
            </a:r>
            <a:r>
              <a:rPr lang="zh-CN" altLang="en-US" sz="1800" dirty="0"/>
              <a:t>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30E51B-6EC9-4D08-A811-1665E44AC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22" y="3126481"/>
            <a:ext cx="4107356" cy="373151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264CFBE-A630-40D1-8A16-FFDC8AF29982}"/>
              </a:ext>
            </a:extLst>
          </p:cNvPr>
          <p:cNvCxnSpPr>
            <a:cxnSpLocks/>
          </p:cNvCxnSpPr>
          <p:nvPr/>
        </p:nvCxnSpPr>
        <p:spPr>
          <a:xfrm>
            <a:off x="5909835" y="6176963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35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可配置项清单</a:t>
            </a:r>
            <a:r>
              <a:rPr lang="en-US" altLang="zh-CN"/>
              <a:t> - </a:t>
            </a:r>
            <a:r>
              <a:rPr lang="zh-CN" altLang="en-US"/>
              <a:t>代码配置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设置启动代码的只读区</a:t>
            </a:r>
            <a:endParaRPr lang="en-US" altLang="zh-CN" sz="1800" dirty="0"/>
          </a:p>
          <a:p>
            <a:pPr lvl="1"/>
            <a:r>
              <a:rPr lang="en-US" altLang="zh-CN" sz="1600" dirty="0"/>
              <a:t>0x400</a:t>
            </a:r>
            <a:r>
              <a:rPr lang="zh-CN" altLang="en-US" sz="1600" dirty="0"/>
              <a:t>：不使用</a:t>
            </a:r>
            <a:r>
              <a:rPr lang="en-US" altLang="zh-CN" sz="1600" dirty="0"/>
              <a:t>bootloader</a:t>
            </a:r>
          </a:p>
          <a:p>
            <a:pPr lvl="1"/>
            <a:r>
              <a:rPr lang="en-US" altLang="zh-CN" sz="1600" dirty="0"/>
              <a:t>0x2400</a:t>
            </a:r>
            <a:r>
              <a:rPr lang="zh-CN" altLang="en-US" sz="1600" dirty="0"/>
              <a:t>：使用</a:t>
            </a:r>
            <a:r>
              <a:rPr lang="en-US" altLang="zh-CN" sz="1600" dirty="0"/>
              <a:t>bootloader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377466-5021-4DC6-ADF6-7FB96CAFD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14" y="2752720"/>
            <a:ext cx="9791772" cy="135256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6917ABA-FB4E-4400-B643-AFF332ADB363}"/>
              </a:ext>
            </a:extLst>
          </p:cNvPr>
          <p:cNvCxnSpPr>
            <a:cxnSpLocks/>
          </p:cNvCxnSpPr>
          <p:nvPr/>
        </p:nvCxnSpPr>
        <p:spPr>
          <a:xfrm>
            <a:off x="4342032" y="3429000"/>
            <a:ext cx="372330" cy="2682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17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常见配置组合 </a:t>
            </a:r>
            <a:r>
              <a:rPr lang="en-US" altLang="zh-CN" dirty="0"/>
              <a:t>- </a:t>
            </a:r>
            <a:r>
              <a:rPr lang="zh-CN" altLang="en-US" dirty="0"/>
              <a:t>标定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链接器</a:t>
            </a:r>
            <a:r>
              <a:rPr lang="en-US" altLang="zh-CN" dirty="0"/>
              <a:t>R/O</a:t>
            </a:r>
            <a:r>
              <a:rPr lang="zh-CN" altLang="en-US" dirty="0"/>
              <a:t> </a:t>
            </a:r>
            <a:r>
              <a:rPr lang="en-US" altLang="zh-CN" dirty="0"/>
              <a:t>base</a:t>
            </a:r>
            <a:r>
              <a:rPr lang="zh-CN" altLang="en-US" dirty="0"/>
              <a:t>设为</a:t>
            </a:r>
            <a:r>
              <a:rPr lang="en-US" altLang="zh-CN" dirty="0"/>
              <a:t>0x0000 0000</a:t>
            </a:r>
            <a:r>
              <a:rPr lang="zh-CN" altLang="en-US" dirty="0"/>
              <a:t>（无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调试器配置子项</a:t>
            </a:r>
            <a:r>
              <a:rPr lang="en-US" altLang="zh-CN" dirty="0"/>
              <a:t> - </a:t>
            </a:r>
            <a:r>
              <a:rPr lang="zh-CN" altLang="en-US" dirty="0"/>
              <a:t>烧写选择擦除全片</a:t>
            </a:r>
            <a:endParaRPr lang="en-US" altLang="zh-CN" dirty="0"/>
          </a:p>
          <a:p>
            <a:r>
              <a:rPr lang="en-US" altLang="zh-CN" dirty="0"/>
              <a:t>UART</a:t>
            </a:r>
            <a:r>
              <a:rPr lang="zh-CN" altLang="en-US" dirty="0"/>
              <a:t>打印开关设为</a:t>
            </a:r>
            <a:r>
              <a:rPr lang="en-US" altLang="zh-CN" dirty="0"/>
              <a:t>DEF_ENABLED</a:t>
            </a:r>
            <a:r>
              <a:rPr lang="zh-CN" altLang="en-US" dirty="0"/>
              <a:t>（数据直接从</a:t>
            </a:r>
            <a:r>
              <a:rPr lang="en-US" altLang="zh-CN" dirty="0"/>
              <a:t>UART</a:t>
            </a:r>
            <a:r>
              <a:rPr lang="zh-CN" altLang="en-US" dirty="0"/>
              <a:t>输出）</a:t>
            </a:r>
            <a:endParaRPr lang="en-US" altLang="zh-CN" dirty="0"/>
          </a:p>
          <a:p>
            <a:r>
              <a:rPr lang="zh-CN" altLang="en-US" dirty="0"/>
              <a:t>时钟源设为</a:t>
            </a:r>
            <a:r>
              <a:rPr lang="en-US" altLang="zh-CN" dirty="0" err="1"/>
              <a:t>Internal_Reference_Clock</a:t>
            </a:r>
            <a:r>
              <a:rPr lang="zh-CN" altLang="en-US" dirty="0"/>
              <a:t>（</a:t>
            </a:r>
            <a:r>
              <a:rPr lang="en-US" altLang="zh-CN" dirty="0"/>
              <a:t>48 MHz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启动代码的只读区设为</a:t>
            </a:r>
            <a:r>
              <a:rPr lang="en-US" altLang="zh-CN" dirty="0"/>
              <a:t>0x400</a:t>
            </a:r>
            <a:r>
              <a:rPr lang="zh-CN" altLang="en-US" dirty="0"/>
              <a:t>（不使用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125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常见配置组合 </a:t>
            </a:r>
            <a:r>
              <a:rPr lang="en-US" altLang="zh-CN" dirty="0"/>
              <a:t>- </a:t>
            </a:r>
            <a:r>
              <a:rPr lang="zh-CN" altLang="en-US" dirty="0"/>
              <a:t>交付测试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链接器</a:t>
            </a:r>
            <a:r>
              <a:rPr lang="en-US" altLang="zh-CN" dirty="0"/>
              <a:t>R/O</a:t>
            </a:r>
            <a:r>
              <a:rPr lang="zh-CN" altLang="en-US" dirty="0"/>
              <a:t> </a:t>
            </a:r>
            <a:r>
              <a:rPr lang="en-US" altLang="zh-CN" dirty="0"/>
              <a:t>base</a:t>
            </a:r>
            <a:r>
              <a:rPr lang="zh-CN" altLang="en-US" dirty="0"/>
              <a:t>设为</a:t>
            </a:r>
            <a:r>
              <a:rPr lang="en-US" altLang="zh-CN" dirty="0"/>
              <a:t>0x0000 2000</a:t>
            </a:r>
            <a:r>
              <a:rPr lang="zh-CN" altLang="en-US" dirty="0"/>
              <a:t>（有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调试器配置子项</a:t>
            </a:r>
            <a:r>
              <a:rPr lang="en-US" altLang="zh-CN" dirty="0"/>
              <a:t> - </a:t>
            </a:r>
            <a:r>
              <a:rPr lang="zh-CN" altLang="en-US" dirty="0"/>
              <a:t>烧写选择部分擦除或不擦除</a:t>
            </a:r>
            <a:endParaRPr lang="en-US" altLang="zh-CN" dirty="0"/>
          </a:p>
          <a:p>
            <a:pPr lvl="1"/>
            <a:r>
              <a:rPr lang="zh-CN" altLang="en-US" dirty="0"/>
              <a:t>注意：此时需要先烧写</a:t>
            </a:r>
            <a:r>
              <a:rPr lang="en-US" altLang="zh-CN" dirty="0"/>
              <a:t>bootloader</a:t>
            </a:r>
            <a:r>
              <a:rPr lang="zh-CN" altLang="en-US" dirty="0"/>
              <a:t>（选择擦除全片），再烧写</a:t>
            </a:r>
            <a:r>
              <a:rPr lang="en-US" altLang="zh-CN" dirty="0"/>
              <a:t>app</a:t>
            </a:r>
          </a:p>
          <a:p>
            <a:r>
              <a:rPr lang="en-US" altLang="zh-CN" dirty="0"/>
              <a:t>UART</a:t>
            </a:r>
            <a:r>
              <a:rPr lang="zh-CN" altLang="en-US" dirty="0"/>
              <a:t>打印开关设为</a:t>
            </a:r>
            <a:r>
              <a:rPr lang="en-US" altLang="zh-CN" dirty="0"/>
              <a:t>DEF_DISABLED</a:t>
            </a:r>
            <a:r>
              <a:rPr lang="zh-CN" altLang="en-US" dirty="0"/>
              <a:t>（数据保存到</a:t>
            </a:r>
            <a:r>
              <a:rPr lang="en-US" altLang="zh-CN" dirty="0"/>
              <a:t>eMMC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时钟源设为</a:t>
            </a:r>
            <a:r>
              <a:rPr lang="en-US" altLang="zh-CN" dirty="0" err="1"/>
              <a:t>External_Reference_Clock</a:t>
            </a:r>
            <a:r>
              <a:rPr lang="zh-CN" altLang="en-US" dirty="0"/>
              <a:t>（</a:t>
            </a:r>
            <a:r>
              <a:rPr lang="en-US" altLang="zh-CN" dirty="0"/>
              <a:t>40 MHz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启动代码的只读区设为</a:t>
            </a:r>
            <a:r>
              <a:rPr lang="en-US" altLang="zh-CN" dirty="0"/>
              <a:t>0x2400</a:t>
            </a:r>
            <a:r>
              <a:rPr lang="zh-CN" altLang="en-US" dirty="0"/>
              <a:t>（使用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047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E07F-7757-4BFD-B2E2-84442403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常见配置组合 </a:t>
            </a:r>
            <a:r>
              <a:rPr lang="en-US" altLang="zh-CN" dirty="0"/>
              <a:t>- </a:t>
            </a:r>
            <a:r>
              <a:rPr lang="zh-CN" altLang="en-US" dirty="0"/>
              <a:t>生成固件</a:t>
            </a:r>
            <a:r>
              <a:rPr lang="en-US" altLang="zh-CN" dirty="0"/>
              <a:t>bin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667-DC0B-4FA9-BD8A-2CE16978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链接器</a:t>
            </a:r>
            <a:r>
              <a:rPr lang="en-US" altLang="zh-CN" dirty="0"/>
              <a:t>R/O</a:t>
            </a:r>
            <a:r>
              <a:rPr lang="zh-CN" altLang="en-US" dirty="0"/>
              <a:t> </a:t>
            </a:r>
            <a:r>
              <a:rPr lang="en-US" altLang="zh-CN" dirty="0"/>
              <a:t>base</a:t>
            </a:r>
            <a:r>
              <a:rPr lang="zh-CN" altLang="en-US" dirty="0"/>
              <a:t>设为</a:t>
            </a:r>
            <a:r>
              <a:rPr lang="en-US" altLang="zh-CN" dirty="0"/>
              <a:t>0x0000 2000</a:t>
            </a:r>
            <a:r>
              <a:rPr lang="zh-CN" altLang="en-US" dirty="0"/>
              <a:t>（有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调试器配置子项</a:t>
            </a:r>
            <a:r>
              <a:rPr lang="en-US" altLang="zh-CN" dirty="0"/>
              <a:t> - </a:t>
            </a:r>
            <a:r>
              <a:rPr lang="zh-CN" altLang="en-US" dirty="0"/>
              <a:t>烧写任何选择皆可</a:t>
            </a:r>
            <a:endParaRPr lang="en-US" altLang="zh-CN" dirty="0"/>
          </a:p>
          <a:p>
            <a:r>
              <a:rPr lang="en-US" altLang="zh-CN" dirty="0"/>
              <a:t>UART</a:t>
            </a:r>
            <a:r>
              <a:rPr lang="zh-CN" altLang="en-US" dirty="0"/>
              <a:t>打印开关设为</a:t>
            </a:r>
            <a:r>
              <a:rPr lang="en-US" altLang="zh-CN" dirty="0"/>
              <a:t>DEF_DISABLED</a:t>
            </a:r>
            <a:r>
              <a:rPr lang="zh-CN" altLang="en-US" dirty="0"/>
              <a:t>（数据保存到</a:t>
            </a:r>
            <a:r>
              <a:rPr lang="en-US" altLang="zh-CN" dirty="0"/>
              <a:t>eMMC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时钟源设为</a:t>
            </a:r>
            <a:r>
              <a:rPr lang="en-US" altLang="zh-CN" dirty="0" err="1"/>
              <a:t>External_Reference_Clock</a:t>
            </a:r>
            <a:r>
              <a:rPr lang="zh-CN" altLang="en-US" dirty="0"/>
              <a:t>（</a:t>
            </a:r>
            <a:r>
              <a:rPr lang="en-US" altLang="zh-CN" dirty="0"/>
              <a:t>40 MHz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启动代码的只读区设为</a:t>
            </a:r>
            <a:r>
              <a:rPr lang="en-US" altLang="zh-CN" dirty="0"/>
              <a:t>0x2400</a:t>
            </a:r>
            <a:r>
              <a:rPr lang="zh-CN" altLang="en-US" dirty="0"/>
              <a:t>（使用</a:t>
            </a:r>
            <a:r>
              <a:rPr lang="en-US" altLang="zh-CN" dirty="0"/>
              <a:t>bootloader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生成的</a:t>
            </a:r>
            <a:r>
              <a:rPr lang="en-US" altLang="zh-CN" dirty="0" err="1"/>
              <a:t>GridApp.bin</a:t>
            </a:r>
            <a:r>
              <a:rPr lang="zh-CN" altLang="en-US" dirty="0"/>
              <a:t>保存在</a:t>
            </a:r>
            <a:r>
              <a:rPr lang="en-US" altLang="zh-CN" dirty="0"/>
              <a:t>Objects</a:t>
            </a:r>
            <a:r>
              <a:rPr lang="zh-CN" altLang="en-US" dirty="0"/>
              <a:t>文件夹中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301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844</Words>
  <Application>Microsoft Office PowerPoint</Application>
  <PresentationFormat>宽屏</PresentationFormat>
  <Paragraphs>74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说明</vt:lpstr>
      <vt:lpstr>目录</vt:lpstr>
      <vt:lpstr>可配置项清单 - keil用户指令</vt:lpstr>
      <vt:lpstr>可配置项清单 - keil链接器配置</vt:lpstr>
      <vt:lpstr>可配置项清单 - keil调试器配置</vt:lpstr>
      <vt:lpstr>可配置项清单 - 调试器配置子项 - 接口</vt:lpstr>
      <vt:lpstr>可配置项清单 - 调试器配置子项 - 烧写</vt:lpstr>
      <vt:lpstr>可配置项清单 - 代码配置</vt:lpstr>
      <vt:lpstr>可配置项清单 - 代码配置</vt:lpstr>
      <vt:lpstr>可配置项清单 - 代码配置</vt:lpstr>
      <vt:lpstr>可配置项清单 - 代码配置</vt:lpstr>
      <vt:lpstr>常见配置组合 - 标定</vt:lpstr>
      <vt:lpstr>常见配置组合 - 交付测试</vt:lpstr>
      <vt:lpstr>常见配置组合 - 生成固件bin文件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说明</dc:title>
  <dc:creator>郑 煦韬</dc:creator>
  <cp:lastModifiedBy>郑 煦韬</cp:lastModifiedBy>
  <cp:revision>43</cp:revision>
  <dcterms:created xsi:type="dcterms:W3CDTF">2021-04-28T14:34:25Z</dcterms:created>
  <dcterms:modified xsi:type="dcterms:W3CDTF">2021-04-28T15:23:27Z</dcterms:modified>
</cp:coreProperties>
</file>